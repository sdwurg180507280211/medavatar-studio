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高血压科普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持续升高的血压，如何悄悄伤害血管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23B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血压持续升高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心脏泵血压力增大，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血管长期处于高压状态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98848" y="22860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23B59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血管壁长期受压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73168" y="3200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管壁承受更大的机械压力，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弹性逐渐下降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357616" y="22860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AECEC"/>
          </a:solidFill>
          <a:ln/>
          <a:effectLst>
            <a:outerShdw sx="100000" sy="100000" kx="0" ky="0" algn="bl" rotWithShape="0" blurRad="101600" dist="38100" dir="2700000">
              <a:srgbClr val="123B5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31936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内皮更容易受损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31936" y="3200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炎症和脂质沉积乘虚而入，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动脉粥样硬化风险升高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913632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0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没有症状 ≠ 没有损伤 —— 损伤在悄悄发生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本页内容为健康科普，不构成诊疗建议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高血压科普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长期管理高血压，关注这三件事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规律监测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家庭自测血压，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固定时间测量并记录，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复诊时带给医生看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98848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498848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生活方式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98848" y="3474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减盐、规律运动、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控制体重，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戒烟并限制饮酒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357616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4F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57616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规范治疗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57616" y="3474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遵医嘱用药，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不自行减药停药，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定期复诊调整方案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041648" y="2194560"/>
            <a:ext cx="0" cy="2651760"/>
          </a:xfrm>
          <a:prstGeom prst="line">
            <a:avLst/>
          </a:prstGeom>
          <a:noFill/>
          <a:ln w="12700">
            <a:solidFill>
              <a:srgbClr val="D5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0416" y="2194560"/>
            <a:ext cx="0" cy="2651760"/>
          </a:xfrm>
          <a:prstGeom prst="line">
            <a:avLst/>
          </a:prstGeom>
          <a:noFill/>
          <a:ln w="12700">
            <a:solidFill>
              <a:srgbClr val="D5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349240"/>
            <a:ext cx="12188952" cy="914400"/>
          </a:xfrm>
          <a:prstGeom prst="rect">
            <a:avLst/>
          </a:prstGeom>
          <a:solidFill>
            <a:srgbClr val="FA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管理是否到位，</a:t>
            </a:r>
            <a:pPr indent="0" marL="0">
              <a:buNone/>
            </a:pPr>
            <a:r>
              <a:rPr lang="en-US" sz="2000" b="1" dirty="0">
                <a:solidFill>
                  <a:srgbClr val="A9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比有没有症状更重要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高血压为什么会悄悄伤害血管</dc:title>
  <dc:subject>PptxGenJS Presentation</dc:subject>
  <dc:creator>PptxGenJS</dc:creator>
  <cp:lastModifiedBy>PptxGenJS</cp:lastModifiedBy>
  <cp:revision>1</cp:revision>
  <dcterms:created xsi:type="dcterms:W3CDTF">2026-09-09T08:01:26Z</dcterms:created>
  <dcterms:modified xsi:type="dcterms:W3CDTF">2026-09-09T08:01:26Z</dcterms:modified>
</cp:coreProperties>
</file>